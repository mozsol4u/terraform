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ADFDF"/>
                </a:solidFill>
                <a:latin typeface="Aptos"/>
              </a:defRPr>
            </a:pPr>
            <a:r>
              <a:t>ENTERPRISE BACKUP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Client Kickoff — Requirements &amp; Assessment</a:t>
            </a:r>
          </a:p>
          <a:p>
            <a:pPr>
              <a:defRPr sz="1500">
                <a:solidFill>
                  <a:srgbClr val="CED8E5"/>
                </a:solidFill>
                <a:latin typeface="Aptos"/>
              </a:defRPr>
            </a:pPr>
            <a:r>
              <a:t>Third-party backup environment assessment | Cisco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10698480" cy="3063240"/>
          </a:xfrm>
          <a:prstGeom prst="roundRect">
            <a:avLst/>
          </a:prstGeom>
          <a:solidFill>
            <a:srgbClr val="1C3556"/>
          </a:solidFill>
          <a:ln>
            <a:solidFill>
              <a:srgbClr val="36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181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Kickoff Objective &amp;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290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What this workstream is intended to achieve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325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Requirements Definition &amp; Stakeholder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434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Align requirements across stakeholder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560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469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Draft Sign-off &amp; Requirements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578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Review, refine and approve the working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272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181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Current-State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290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Assess the current third-party backup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416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0325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Gap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3434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Evaluate coverage, capabilities and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560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DFD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9469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Kickoff Discussion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2578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Confirm inputs, owners, workshops and immediate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Kickoff Objective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Focus the workstream on defining and aligning requirements, then assessing the existing third-party backup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201168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20116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Primary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507492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Establish a shared, reviewable requirements baseline across stakeholder groups and understand the current third-party backup environment at Cisco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49240" cy="201168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201168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Assessment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502920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Identify gaps in existing backup coverage, capabilities, and controls to provide a fact-based view of the current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0927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67912"/>
            <a:ext cx="1046988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Requirements definition and alignment across stakeholder groups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Draft requirements preparation for stakeholder sign-off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Requirements review and approval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Current-state assessment of the third-party backup environment at Cisco Systems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Gap analysis across coverage, capabilities, and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Requirements Definition &amp;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A structured path from stakeholder input to an approved requirements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9903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37160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Capture business, technical, security and operational requirements from the relevant stakeholder groups.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92024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6888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Reconcile differing priorities, terminology, assumptions and expectations across stakeholder groups.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01752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124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9359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Draft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6616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Issue a draft requirements baseline for stakeholder review and sign-off.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411480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709159"/>
            <a:ext cx="502920" cy="502920"/>
          </a:xfrm>
          <a:prstGeom prst="ellipse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9743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0871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Review &amp;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663439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Incorporate feedback and obtain formal approval of the agreed requirements baseline.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5166360"/>
            <a:ext cx="3657600" cy="713232"/>
          </a:xfrm>
          <a:prstGeom prst="roundRect">
            <a:avLst/>
          </a:prstGeom>
          <a:solidFill>
            <a:srgbClr val="E8F5F0"/>
          </a:solidFill>
          <a:ln>
            <a:solidFill>
              <a:srgbClr val="B9D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533095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A7E5B"/>
                </a:solidFill>
                <a:latin typeface="Aptos"/>
              </a:defRPr>
            </a:pPr>
            <a:r>
              <a:t>Outcome: Approved Requirements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Assessment — Current State &amp;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Assess the existing third-party backup environment at Cisco Systems and identify material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3977639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3977639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Current-State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3154680" cy="3319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Review the existing third-party backup environment to establish the current baseline and understand how backup services are operating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4767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workloads, data sets and services are currently protected — and what is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41732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417320"/>
            <a:ext cx="73152" cy="1691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544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94767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backup, recovery, retention and operational capabilities are available today?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61188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611880"/>
            <a:ext cx="73152" cy="1691640"/>
          </a:xfrm>
          <a:prstGeom prst="rect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7490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4223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governance, security, monitoring and operational controls are currently in place?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5440680"/>
            <a:ext cx="69037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5605272"/>
            <a:ext cx="6537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743"/>
                </a:solidFill>
                <a:latin typeface="Aptos"/>
              </a:defRPr>
            </a:pPr>
            <a:r>
              <a:t>Gap analysis outcome: clear view of current-state gaps, risks and requirement implications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Draft Sign-off &amp; Requirements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Make the working requirements explicit, reviewable and ready for stakeholder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34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Prepare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Consolidate stakeholder inputs into a single draft requirements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73152" cy="12344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Stakeholder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Walk through the draft, capture comments and resolve open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73152" cy="1234440"/>
          </a:xfrm>
          <a:prstGeom prst="rect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Confirm the agreed requirements baseline and record approval.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417320"/>
            <a:ext cx="704088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6916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Requirements Review &amp; Approval — What good looks like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240280"/>
            <a:ext cx="653796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404872"/>
            <a:ext cx="60807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Stakeholder groups and decision owners are identified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Open requirements, assumptions and unresolved items are visible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Requirements are traceable to the current-state assessment and identified gaps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Review comments are dispositioned and the final baseline is approved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983480"/>
            <a:ext cx="6400800" cy="658368"/>
          </a:xfrm>
          <a:prstGeom prst="roundRect">
            <a:avLst/>
          </a:prstGeom>
          <a:solidFill>
            <a:srgbClr val="ECF2FB"/>
          </a:solidFill>
          <a:ln>
            <a:solidFill>
              <a:srgbClr val="C0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5157216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5D9E"/>
                </a:solidFill>
                <a:latin typeface="Aptos"/>
              </a:defRPr>
            </a:pPr>
            <a:r>
              <a:t>Decision point: approve the requirements baseline for downstream planning.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Kickoff Discussion &amp; Immediate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Use the kickoff to confirm participants, inputs, review cadence and decision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the stakeholder groups that need to be represented in requirements definition, review and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73152" cy="16916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Inputs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476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available current-state documentation, backup platform information and required access for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691640"/>
          </a:xfrm>
          <a:prstGeom prst="rect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Workshop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Agree the assessment and requirements workshop sequence, attendees and review checkpoints.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4747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474720"/>
            <a:ext cx="73152" cy="1691640"/>
          </a:xfrm>
          <a:prstGeom prst="rect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Decision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who reviews, who consolidates feedback and who provides draft sign-off / final approval.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744200" cy="548640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05856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Kickoff outcome: agreed participants, inputs, workshop plan and approval path for the requirements &amp; assessment workstream.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